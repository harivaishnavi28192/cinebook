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10332720" cy="5120640"/>
          </a:xfrm>
          <a:prstGeom prst="roundRect">
            <a:avLst>
              <a:gd name="adj" fmla="val 4464"/>
            </a:avLst>
          </a:prstGeom>
          <a:solidFill>
            <a:srgbClr val="12161E"/>
          </a:solidFill>
          <a:ln w="19050">
            <a:solidFill>
              <a:srgbClr val="2731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1280160"/>
            <a:ext cx="3108960" cy="320040"/>
          </a:xfrm>
          <a:prstGeom prst="roundRect">
            <a:avLst>
              <a:gd name="adj" fmla="val 48571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FINAL PROJECT PRESENTATION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463040" y="1737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</a:t>
            </a:r>
            <a:pPr indent="0" marL="0">
              <a:buNone/>
            </a:pPr>
            <a:r>
              <a:rPr lang="en-US" sz="5400" b="1" i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6304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Real-Time Movie Ticket Booking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 19, Node.js, Express, and MongoDB — designed with real-time seat synchronization and a warm, editorial user experience.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4206240"/>
            <a:ext cx="4389120" cy="1280160"/>
          </a:xfrm>
          <a:prstGeom prst="roundRect">
            <a:avLst>
              <a:gd name="adj" fmla="val 10714"/>
            </a:avLst>
          </a:prstGeom>
          <a:solidFill>
            <a:srgbClr val="171D27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Christy Vincelet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4800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Number: URK24CS1199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UI/UX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4206240"/>
            <a:ext cx="4389120" cy="1280160"/>
          </a:xfrm>
          <a:prstGeom prst="roundRect">
            <a:avLst>
              <a:gd name="adj" fmla="val 10714"/>
            </a:avLst>
          </a:prstGeom>
          <a:solidFill>
            <a:srgbClr val="171D27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 Vaishnavi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4800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Number: URK24CS1238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APIs &amp; Database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THE PROBLEM &amp;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CineBook? The Problem We Set Out to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FRUSTRATION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Tickets Shouldn't Be Clunky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3063240"/>
            <a:ext cx="2834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cinema websites feel slow, crowded with ads, and require full page reloads every time you click a filter or check seat times.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GAP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Seats Shouldn't Double-Book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2834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users book the same movie, outdated seat counts often cause booking conflicts. Seat stock must update live and accurately.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CINEBOOK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2240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Cancellations Should Be Effortless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21040" y="3063240"/>
            <a:ext cx="2834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2918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Cancelling shouldn't take a support ticket. One click should cancel your pass and return the seats straight back to the box office.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Users and Admins Do in CineBook?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MOVIEGOERS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240280"/>
            <a:ext cx="448056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2316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 Now-Showing Movies: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Filter by genre, language, or sort by duration.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3-Step Booking: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Choose film $\rightarrow$ Pick showtime $\rightarrow$ Select seats.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Digital Pass: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Generates a sleek admission ticket with a barcode.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Free Cancellation: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Cancel any active pass and see seats returned.
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THEATRE ADMINS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240280"/>
            <a:ext cx="448056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42316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New Titles: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Enter title, genre, runtime, and total theatre seat capacity.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Poster Preview: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Movie card gradient previews in real-time as you type.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Edit on the Fly: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Update movie timings, languages, or remaining seats instantly.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Cascade Deletions: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Removing a movie cleans up its old bookings safely.
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All Connects: 3-Tier 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(Client)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2926080"/>
            <a:ext cx="2834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Single-Page Application: Fast transitions with zero page reloads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Axios HTTP Client: Sends asynchronous JSON requests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Reactive UI: Instant feedback with toasts and animated counters
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(Server)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2834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REST Endpoints: Handles all CRUD logic cleanly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Seat Stock Validation: Checks available seats before confirming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Enabled: Connects smoothly to frontend on port 5173
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(Storage)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+ Mongoose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2926080"/>
            <a:ext cx="28346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Daemon: Runs reliably on port 27017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Collections: 'movies' and 'bookings'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Verification: Inspectable via MongoDB Compass and CLI
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DATA PERSISTENCE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Design: Two Clean Collections in MongoDB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'movies'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film listings and real-time seat inventory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514600"/>
            <a:ext cx="46634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974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movieId (String, Unique):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film code (e.g., M101, M102)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title (String, Required):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of the movie (e.g., Leo, Inception)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genre &amp; language (String):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Action, Sci-Fi | Tamil, English, Hindi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duration (Number):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in minutes (formatted as '2h 28m' on UI)
</a:t>
            </a:r>
            <a:pPr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availableSeats (Number):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seat count, automatically decrements and restores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'bookings' COLLECTION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customer reservations and ticket states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46634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974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_id (ObjectId):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generate clean ticket codes (e.g., TKT-F350A6)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customerName (String):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name printed on the digital pass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movieId &amp; movieTitle: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reservation directly to the scheduled movie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showtime &amp; seats: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show slot (e.g. 6:00 PM) and quantity booked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(String):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as 'Booked', switches to 'Cancelled' upon cancel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API SPECIFICATIONS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RESTful APIs: 9 Clean Routes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MANAGEMENT (ADMIN)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2240280"/>
            <a:ext cx="457200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</a:rPr>
              <a:t>POST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/api/addMovie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Adds a new film with seat capacity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GET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/api/viewMovies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Fetches all movies currently showing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GET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/api/searchMovies?title=...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Searches titles with regex
</a:t>
            </a:r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</a:rPr>
              <a:t>POST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/api/updateMovie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Updates movie info &amp; seat limits
</a:t>
            </a:r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</a:rPr>
              <a:t>POST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/api/deleteMovie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Deletes movie &amp; cascades cleanup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&amp; RESERVATIONS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457200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</a:rPr>
              <a:t>POST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/api/bookTicket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Validates seats, saves booking, decrements stock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GET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/api/viewBookings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Retrieves complete booking ledger
</a:t>
            </a:r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</a:rPr>
              <a:t>POST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/api/cancelBooking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Marks status 'Cancelled' &amp; restores seats
</a:t>
            </a:r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</a:rPr>
              <a:t>POST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/api/deleteBooking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Permanently removes booking record
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WORKFLOWS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Booking Journey: From Selection to Digital Pass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011680" cy="4480560"/>
          </a:xfrm>
          <a:prstGeom prst="roundRect">
            <a:avLst>
              <a:gd name="adj" fmla="val 909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 Selects Show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164592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a movie, selects a showtime (10 AM / 1:30 PM / 6 PM / 9:30 PM), and inputs seat count.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07792" y="1554480"/>
            <a:ext cx="2011680" cy="4480560"/>
          </a:xfrm>
          <a:prstGeom prst="roundRect">
            <a:avLst>
              <a:gd name="adj" fmla="val 909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90672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 Sends Request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90672" y="2971800"/>
            <a:ext cx="164592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320040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dispatches an async POST request with the booking details to Express on port 7000.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84064" y="1554480"/>
            <a:ext cx="2011680" cy="4480560"/>
          </a:xfrm>
          <a:prstGeom prst="roundRect">
            <a:avLst>
              <a:gd name="adj" fmla="val 9091"/>
            </a:avLst>
          </a:prstGeom>
          <a:solidFill>
            <a:srgbClr val="12161E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66944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Validation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66944" y="2971800"/>
            <a:ext cx="164592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320040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checks MongoDB: are there enough availableSeats left? If yes, it proceeds.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60336" y="1554480"/>
            <a:ext cx="2011680" cy="4480560"/>
          </a:xfrm>
          <a:prstGeom prst="roundRect">
            <a:avLst>
              <a:gd name="adj" fmla="val 9091"/>
            </a:avLst>
          </a:prstGeom>
          <a:solidFill>
            <a:srgbClr val="12161E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43216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Decrement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43216" y="2971800"/>
            <a:ext cx="164592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320040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seats decrement by the requested count and a new Booking document is saved in MongoDB.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36608" y="1554480"/>
            <a:ext cx="2011680" cy="4480560"/>
          </a:xfrm>
          <a:prstGeom prst="roundRect">
            <a:avLst>
              <a:gd name="adj" fmla="val 909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19488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Issued Instantly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19488" y="2971800"/>
            <a:ext cx="164592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19488" y="320040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displays a verified ticket pass with barcode, seat count, and showtime without page reload.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WORKFLOWS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Cancellation Journey: 1-Click Seat Restitution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THE TRIGGER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 Clicks Cancel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3017520"/>
            <a:ext cx="274320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9184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visits '/bookings', finds their ticket, and clicks 'Cancel'. A confirmation modal pops up to prevent accidental clicks.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THE RESTITUTION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Restores Seats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274320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29184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marks the booking as 'Cancelled' and automatically adds those seats back to the movie's availableSeats tally.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383280" cy="4480560"/>
          </a:xfrm>
          <a:prstGeom prst="roundRect">
            <a:avLst>
              <a:gd name="adj" fmla="val 5405"/>
            </a:avLst>
          </a:prstGeom>
          <a:solidFill>
            <a:srgbClr val="12161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THE RESULT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Manual Work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66760" y="3017520"/>
            <a:ext cx="274320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329184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immediately shows the badge as 'Cancelled', and the seats are ready for someone else to book. No admin intervention needed.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USER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Design: Warm, Editorial &amp; Animated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832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Sunset Palette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harsh pure red. We engineered a warm palette of sunset orange (#FF6B2B), amber, and deep obsidian slate.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3832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Typography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Google Fonts Fraunces display serif for headlines with DM Sans for crisp readability.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3832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 Preloader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2402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animated SVG pulse path with a glowing orange stroke smoothly introduces the site upon first load.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33832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 Reveal Animations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5720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elevate smoothly into view with custom staggered delays as you scroll down the page.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886200"/>
            <a:ext cx="33832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Parallax Hero Ticket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45720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featured movie ticket responds to your mouse movements with a smooth 3D tilt perspective.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886200"/>
            <a:ext cx="33832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114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Movie Poster Preview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0" y="45720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admins type a film title in the manager, a poster card updates with dynamic gradients in real-time.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VIVA DEMONSTRATION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Database Verification for Viva &amp; Demonstration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1: MONGODB COMPASS (GUI)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visual demonstrations to evaluators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514600"/>
            <a:ext cx="46634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974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Connect in One Click: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Compass $\rightarrow$ Connect to localhost:27017.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 'moviebooking' Database: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both 'movies' and 'bookings' collections.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Live Real-Time Demo: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ticket on the website $\rightarrow$ Click Refresh in Compass $\rightarrow$ The new document appears instantly.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Cancellation Verification: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 pass on the site $\rightarrow$ Refresh Compass $\rightarrow$ Status updates to 'Cancelled' and seats increase.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2: TERMINAL CLI (npm run db:view)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way to show live database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46634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974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Built-in Terminal Script: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engineered 'server-app/view-db.js' to print live records without opening external apps.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Clean Tabular Output: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'npm run db:view' to see formatted ASCII tables of movies and reservations.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Direct Verification: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confirms ticket ID, customer name, seats booked, and remaining seats right in the console.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PROBLEM SOLVING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Challenges We Faced &amp; How We Solved Them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2120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Preventing Overbooking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two users try to book the last 2 seats at the same time?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saving a booking, the backend checks 'availableSeats &gt;= requested'. If not, it safely blocks the reservation.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2120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 Syncing Two Collections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Cancelling a ticket must update both the booking document and the movie's seat count.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cancellation endpoint uses the booking's 'movieId' to automatically increment available seats back to the movie.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2120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 React 19 Smooth Performance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compiler rules flagged warnings on cascading state updates.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Refactored state initializers into functional callbacks, passing Oxlint with 0 errors across all 22 files.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212080" cy="2148840"/>
          </a:xfrm>
          <a:prstGeom prst="roundRect">
            <a:avLst>
              <a:gd name="adj" fmla="val 8511"/>
            </a:avLst>
          </a:prstGeom>
          <a:solidFill>
            <a:srgbClr val="12161E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 Clean Header Navigation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glass header initially overlapped with page titles.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header height and page-header padding to exactly 78px for a snug, balanced layout.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71D2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CONCLUSION &amp; 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Conclusion: What We Built &amp; What's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Christy Vincelet A (URK24CS1199)   ·   Hari Vaishnavi (URK24CS1238)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CineBook · Full-Stack MERN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ACHIEVEMENTS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tested, production-ready MERN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514600"/>
            <a:ext cx="46634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974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Full CRUD Implemented: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endpoints verified and fully functional.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Real-Time Inventory Sync: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counts decrement and restore automatically.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Premium Editorial UI: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sunset orange theme with smooth motion reveals.
</a:t>
            </a:r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Clean Code Standards: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linter warnings and version controlled on GitHub.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4082"/>
            </a:avLst>
          </a:prstGeom>
          <a:solidFill>
            <a:srgbClr val="12161E"/>
          </a:solidFill>
          <a:ln w="1524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HORIZONS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planned features for commercial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4663440" cy="0"/>
          </a:xfrm>
          <a:prstGeom prst="line">
            <a:avLst/>
          </a:prstGeom>
          <a:noFill/>
          <a:ln w="12700">
            <a:solidFill>
              <a:srgbClr val="27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974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2D Interactive Seat Map: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seating layout showing occupied/vacant recliners.
</a:t>
            </a:r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Online Payment Gateway: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/ Stripe integration for UPI and card checkout.
</a:t>
            </a:r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QR Email Passes: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PDF tickets delivered directly to the user's inbox.
</a:t>
            </a:r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Multi-Theatre Expansion: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multi-screen multiplexes (IMAX, Screen 1).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12</Slides>
	<Notes>12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12</vt:i4></vt:variant>
		</vt:vector>
	</HeadingPairs>
	<TitlesOfParts>
		<vt:vector size="15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
		</vt:vector>
	</TitlesOfParts>
	<Company>Department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CineBook — Movie Ticket Booking System</dc:title>
  <dc:subject>Final Project Presentation</dc:subject>
  <dc:creator>Christy Vincelet A &amp; Hari Vaishnavi</dc:creator>
  <cp:lastModifiedBy>Christy Vincelet A &amp; Hari Vaishnavi</cp:lastModifiedBy>
  <cp:revision>1</cp:revision>
  <dcterms:created xsi:type="dcterms:W3CDTF">2026-10-25T13:38:38Z</dcterms:created>
  <dcterms:modified xsi:type="dcterms:W3CDTF">2026-10-25T13:38:38Z</dcterms:modified>
</cp:coreProperties>
</file>